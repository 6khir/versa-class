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0056" cy="10692003"/>
  <p:notesSz cx="10692003" cy="756005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
Blank art: page_1_blank.png
3 native text box(es) from textOverlays JSON.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2
Blank art: page_2_blank.png
2 native text box(es) from textOverlays JSON.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56" cy="106920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006" y="375300"/>
            <a:ext cx="604804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MY FUN NAME BOOK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56006" y="1485141"/>
            <a:ext cx="6048045" cy="87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Type Student Name Here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56006" y="7360422"/>
            <a:ext cx="6048045" cy="675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Trace your name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56" cy="106920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006" y="456580"/>
            <a:ext cx="6048045" cy="79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Letter A Practice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56006" y="4209421"/>
            <a:ext cx="6048045" cy="1203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 a A a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Smoke Name Pack — Editable</dc:title>
  <dc:subject>Blank template backgrounds + native editable text boxes from textOverlays JSON.</dc:subject>
  <dc:creator>PptxGenJS</dc:creator>
  <cp:lastModifiedBy>PptxGenJS</cp:lastModifiedBy>
  <cp:revision>1</cp:revision>
  <dcterms:created xsi:type="dcterms:W3CDTF">2026-09-04T14:31:30Z</dcterms:created>
  <dcterms:modified xsi:type="dcterms:W3CDTF">2026-09-04T14:31:30Z</dcterms:modified>
</cp:coreProperties>
</file>